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7"/>
  </p:notes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82" d="100"/>
          <a:sy n="82" d="100"/>
        </p:scale>
        <p:origin x="691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4417537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helshahaby/TouchWeights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helshahaby/TouchWeights" TargetMode="Externa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1371600"/>
            <a:ext cx="1127729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HACKATHON PROJECT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11277295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6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Touch Weights</a:t>
            </a:r>
            <a:endParaRPr lang="en-US" sz="6000" dirty="0"/>
          </a:p>
        </p:txBody>
      </p:sp>
      <p:sp>
        <p:nvSpPr>
          <p:cNvPr id="5" name="Text 3"/>
          <p:cNvSpPr/>
          <p:nvPr/>
        </p:nvSpPr>
        <p:spPr>
          <a:xfrm>
            <a:off x="457200" y="3108960"/>
            <a:ext cx="1127729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Continual Learning Hack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1371600" y="3931920"/>
            <a:ext cx="9448495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Execution-Grounded LoRA: Synthetic Reinforcement Learning for Self-Improving LLMs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457200" y="5120640"/>
            <a:ext cx="112772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Hossam Elshahaby</a:t>
            </a:r>
            <a:endParaRPr lang="en-US" sz="2200" dirty="0"/>
          </a:p>
        </p:txBody>
      </p:sp>
      <p:sp>
        <p:nvSpPr>
          <p:cNvPr id="8" name="Text 6">
            <a:hlinkClick r:id="rId3"/>
          </p:cNvPr>
          <p:cNvSpPr/>
          <p:nvPr/>
        </p:nvSpPr>
        <p:spPr>
          <a:xfrm>
            <a:off x="457200" y="5669280"/>
            <a:ext cx="1127729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u="sng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github.com/helshahaby/TouchWeights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7729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E276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PROBLEM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112772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2A3B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Deployed models stop learning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5486400" cy="2011680"/>
          </a:xfrm>
          <a:prstGeom prst="roundRect">
            <a:avLst>
              <a:gd name="adj" fmla="val 6818"/>
            </a:avLst>
          </a:prstGeom>
          <a:solidFill>
            <a:srgbClr val="CADC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640080" y="1828800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No real-time learning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40080" y="2331720"/>
            <a:ext cx="51206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2A3B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LLMs cannot learn from their mistakes after deployment. A model that fails today fails tomorrow.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217920" y="1645920"/>
            <a:ext cx="5486400" cy="2011680"/>
          </a:xfrm>
          <a:prstGeom prst="roundRect">
            <a:avLst>
              <a:gd name="adj" fmla="val 6818"/>
            </a:avLst>
          </a:prstGeom>
          <a:solidFill>
            <a:srgbClr val="CADC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6400800" y="1828800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Expensive human feedback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6400800" y="2331720"/>
            <a:ext cx="51206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2A3B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Preference labeling needs experts, time and money. It does not scale.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457200" y="3931920"/>
            <a:ext cx="5486400" cy="2011680"/>
          </a:xfrm>
          <a:prstGeom prst="roundRect">
            <a:avLst>
              <a:gd name="adj" fmla="val 6818"/>
            </a:avLst>
          </a:prstGeom>
          <a:solidFill>
            <a:srgbClr val="CADC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640080" y="4114800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Prompting and RAG do not touch weights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640080" y="4617720"/>
            <a:ext cx="51206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2A3B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They change the input context only. The model itself stays unchanged.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217920" y="3931920"/>
            <a:ext cx="5486400" cy="2011680"/>
          </a:xfrm>
          <a:prstGeom prst="roundRect">
            <a:avLst>
              <a:gd name="adj" fmla="val 6818"/>
            </a:avLst>
          </a:prstGeom>
          <a:solidFill>
            <a:srgbClr val="CADC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6400800" y="4114800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Full retraining is costly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400800" y="4617720"/>
            <a:ext cx="51206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2A3B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Updating billions of parameters for every new behavior is impractical.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7729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E276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SOLUTION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112772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2A3B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environment is the teacher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57200" y="1828800"/>
            <a:ext cx="1371600" cy="1188720"/>
          </a:xfrm>
          <a:prstGeom prst="roundRect">
            <a:avLst>
              <a:gd name="adj" fmla="val 7692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1920240"/>
            <a:ext cx="1371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Language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1874520" y="2240280"/>
            <a:ext cx="640080" cy="274320"/>
          </a:xfrm>
          <a:prstGeom prst="rightArrow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2103120" y="1828800"/>
            <a:ext cx="1371600" cy="1188720"/>
          </a:xfrm>
          <a:prstGeom prst="roundRect">
            <a:avLst>
              <a:gd name="adj" fmla="val 7692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2103120" y="1920240"/>
            <a:ext cx="1371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Generate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Solution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520440" y="2240280"/>
            <a:ext cx="640080" cy="274320"/>
          </a:xfrm>
          <a:prstGeom prst="rightArrow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3749040" y="1828800"/>
            <a:ext cx="1371600" cy="1188720"/>
          </a:xfrm>
          <a:prstGeom prst="roundRect">
            <a:avLst>
              <a:gd name="adj" fmla="val 7692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3749040" y="1920240"/>
            <a:ext cx="1371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Synthetic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Environment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166360" y="2240280"/>
            <a:ext cx="640080" cy="274320"/>
          </a:xfrm>
          <a:prstGeom prst="rightArrow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5394960" y="1828800"/>
            <a:ext cx="1371600" cy="1188720"/>
          </a:xfrm>
          <a:prstGeom prst="roundRect">
            <a:avLst>
              <a:gd name="adj" fmla="val 7692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5394960" y="1920240"/>
            <a:ext cx="1371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Execution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Feedback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812280" y="2240280"/>
            <a:ext cx="640080" cy="274320"/>
          </a:xfrm>
          <a:prstGeom prst="rightArrow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7040880" y="1828800"/>
            <a:ext cx="1371600" cy="1188720"/>
          </a:xfrm>
          <a:prstGeom prst="roundRect">
            <a:avLst>
              <a:gd name="adj" fmla="val 7692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7040880" y="1920240"/>
            <a:ext cx="1371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Reward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 / -1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8458200" y="2240280"/>
            <a:ext cx="640080" cy="274320"/>
          </a:xfrm>
          <a:prstGeom prst="rightArrow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8686800" y="1828800"/>
            <a:ext cx="1371600" cy="1188720"/>
          </a:xfrm>
          <a:prstGeom prst="roundRect">
            <a:avLst>
              <a:gd name="adj" fmla="val 7692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8686800" y="1920240"/>
            <a:ext cx="1371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GRPO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Optimization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10104120" y="2240280"/>
            <a:ext cx="640080" cy="274320"/>
          </a:xfrm>
          <a:prstGeom prst="rightArrow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10332720" y="1828800"/>
            <a:ext cx="1371600" cy="1188720"/>
          </a:xfrm>
          <a:prstGeom prst="roundRect">
            <a:avLst>
              <a:gd name="adj" fmla="val 7692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10332720" y="1920240"/>
            <a:ext cx="1371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LoRA Weight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Update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457200" y="3383280"/>
            <a:ext cx="1127729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2A3B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Instead of humans scoring answers, the sandbox executes the generated code and the result itself becomes the reward signal.</a:t>
            </a:r>
            <a:endParaRPr lang="en-US" sz="1800" dirty="0"/>
          </a:p>
        </p:txBody>
      </p:sp>
      <p:sp>
        <p:nvSpPr>
          <p:cNvPr id="25" name="Shape 23"/>
          <p:cNvSpPr/>
          <p:nvPr/>
        </p:nvSpPr>
        <p:spPr>
          <a:xfrm>
            <a:off x="7772400" y="4206240"/>
            <a:ext cx="3931920" cy="2194560"/>
          </a:xfrm>
          <a:prstGeom prst="rect">
            <a:avLst/>
          </a:prstGeom>
          <a:solidFill>
            <a:srgbClr val="CADC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7955280" y="434340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STACK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7955280" y="4754880"/>
            <a:ext cx="35661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A3B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Qwen2.5-Coder-1.5B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2A3B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TRL GRPO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2A3B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PEFT / LoRA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2A3B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Python sandbox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2A3B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GSM8K dataset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7729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E276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DEMO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112772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2A3B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Calculate 25 x 12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3566160" cy="3657600"/>
          </a:xfrm>
          <a:prstGeom prst="rect">
            <a:avLst/>
          </a:prstGeom>
          <a:solidFill>
            <a:srgbClr val="F9616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1691640"/>
            <a:ext cx="3566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94360" y="23774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r>
              <a:rPr lang="en-US" sz="160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(25*1</a:t>
            </a:r>
            <a:r>
              <a:rPr lang="en-US" sz="16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r>
              <a:rPr lang="en-US" sz="160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94360" y="32004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Execution: 250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94360" y="3840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Reward: -1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4297680" y="1554480"/>
            <a:ext cx="3566160" cy="36576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4297680" y="1691640"/>
            <a:ext cx="3566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TRAINING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4434840" y="23774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rollouts -&gt; execution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434840" y="32004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reward -&gt; GRPO update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434840" y="3840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LoRA adapter saved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8138160" y="1554480"/>
            <a:ext cx="3566160" cy="3657600"/>
          </a:xfrm>
          <a:prstGeom prst="rect">
            <a:avLst/>
          </a:prstGeom>
          <a:solidFill>
            <a:srgbClr val="2C5F2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8138160" y="1691640"/>
            <a:ext cx="3566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AFTER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8275320" y="23774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print(25*12)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8275320" y="32004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Execution: 300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8275320" y="3840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Reward: +1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457200" y="5440680"/>
            <a:ext cx="1127729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2A3B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prompt, same model, different weights. The only change is the LoRA adapter learned from execution rewards.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2011680"/>
            <a:ext cx="11277295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6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Thank You</a:t>
            </a:r>
            <a:endParaRPr lang="en-US" sz="6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0"/>
            <a:ext cx="1127729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Questions?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457200" y="4572000"/>
            <a:ext cx="112772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Hossam Elshahaby</a:t>
            </a:r>
            <a:endParaRPr lang="en-US" sz="2200" dirty="0"/>
          </a:p>
        </p:txBody>
      </p:sp>
      <p:sp>
        <p:nvSpPr>
          <p:cNvPr id="6" name="Text 4">
            <a:hlinkClick r:id="rId3"/>
          </p:cNvPr>
          <p:cNvSpPr/>
          <p:nvPr/>
        </p:nvSpPr>
        <p:spPr>
          <a:xfrm>
            <a:off x="457200" y="5120640"/>
            <a:ext cx="1127729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u="sng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github.com/helshahaby/TouchWeights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260</TotalTime>
  <Words>248</Words>
  <Application>Microsoft Office PowerPoint</Application>
  <PresentationFormat>Widescreen</PresentationFormat>
  <Paragraphs>63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9" baseType="lpstr">
      <vt:lpstr>Arial</vt:lpstr>
      <vt:lpstr>Arial Black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Hossam Elshahaby</cp:lastModifiedBy>
  <cp:revision>3</cp:revision>
  <dcterms:created xsi:type="dcterms:W3CDTF">2026-08-01T16:02:36Z</dcterms:created>
  <dcterms:modified xsi:type="dcterms:W3CDTF">2026-08-01T22:20:28Z</dcterms:modified>
</cp:coreProperties>
</file>