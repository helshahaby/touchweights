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elshahaby/TouchWeight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elshahaby/TouchWeight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Touch Weights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Continual Learning Hack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0"/>
            <a:ext cx="94484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Execution-Grounded LoRA: Synthetic Reinforcement Learning for Self-Improving LLMs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51206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Hossam Elshahaby</a:t>
            </a:r>
            <a:endParaRPr lang="en-US" sz="2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github.com/helshahaby/TouchWeights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models stop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 real-time learning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cannot learn from their mistakes after deployment. A model that fails today fails tomorrow.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Expensive human feedback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labeling needs experts, time and money. It does not scale.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14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Prompting and RAG do not touch weights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change the input context only. The model itself stays unchanged.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114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Full retraining is costly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46177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billions of parameters for every new behavior is impractical.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environment is the teacher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02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74520" y="2240280"/>
            <a:ext cx="640080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182880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9202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2240280"/>
            <a:ext cx="640080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182880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9202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6360" y="2240280"/>
            <a:ext cx="640080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5394960" y="182880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9202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2240280"/>
            <a:ext cx="640080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182880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9202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/ -1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2240280"/>
            <a:ext cx="640080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0" y="182880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19202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04120" y="2240280"/>
            <a:ext cx="640080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32720" y="182880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10332720" y="19202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Weight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humans scoring answers, the sandbox executes the generated code and the result itself becomes the reward signal.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772400" y="4206240"/>
            <a:ext cx="3931920" cy="21945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4343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55280" y="47548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Qwen2.5-Coder-1.5B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GRPO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PEFT / LoRA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sandbox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GSM8K dataset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25 x 12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print(25*10)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Execution: 250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840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Reward: -1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3657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34840" y="2377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rollouts -&gt; execution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-&gt; GRPO update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4840" y="3840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adapter saved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566160" cy="3657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75320" y="2377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print(25*12)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Execution: 300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3840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Reward: +1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54406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prompt, same model, different weights. The only change is the LoRA adapter learned from execution rewards.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Hossam Elshahaby</a:t>
            </a:r>
            <a:endParaRPr lang="en-US" sz="22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github.com/helshahaby/TouchWeights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2026-08-01T16:02:36Z</dcterms:created>
  <dcterms:modified xsi:type="dcterms:W3CDTF">2026-08-01T16:02:36Z</dcterms:modified>
</cp:coreProperties>
</file>